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FF"/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>
        <p:scale>
          <a:sx n="126" d="100"/>
          <a:sy n="126" d="100"/>
        </p:scale>
        <p:origin x="202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017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2715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230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02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0939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5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654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8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38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674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773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B2EE8-7AAB-4ADA-B237-7ABEF897F6E3}" type="datetimeFigureOut">
              <a:rPr lang="en-CA" smtClean="0"/>
              <a:t>2025-11-29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46085-E63D-45B7-B4ED-BB2545EBE5F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49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symbol&#10;&#10;AI-generated content may be incorrect.">
            <a:extLst>
              <a:ext uri="{FF2B5EF4-FFF2-40B4-BE49-F238E27FC236}">
                <a16:creationId xmlns:a16="http://schemas.microsoft.com/office/drawing/2014/main" id="{405C1E7F-68BB-FA5F-211F-6723B1ABB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1362">
            <a:off x="127270" y="127270"/>
            <a:ext cx="4317460" cy="431746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2909963F-0D73-8E88-FD8B-DED009BA3067}"/>
              </a:ext>
            </a:extLst>
          </p:cNvPr>
          <p:cNvSpPr/>
          <p:nvPr/>
        </p:nvSpPr>
        <p:spPr>
          <a:xfrm>
            <a:off x="2702229" y="2027903"/>
            <a:ext cx="507999" cy="516197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19F3CD-A506-FA0C-32FB-C2476CAC2CCB}"/>
              </a:ext>
            </a:extLst>
          </p:cNvPr>
          <p:cNvSpPr/>
          <p:nvPr/>
        </p:nvSpPr>
        <p:spPr>
          <a:xfrm>
            <a:off x="3715853" y="1648682"/>
            <a:ext cx="507999" cy="516197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9D5282-797B-58E4-5459-2F9A142F466F}"/>
              </a:ext>
            </a:extLst>
          </p:cNvPr>
          <p:cNvSpPr/>
          <p:nvPr/>
        </p:nvSpPr>
        <p:spPr>
          <a:xfrm>
            <a:off x="3031839" y="3808445"/>
            <a:ext cx="507999" cy="516197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B87A36-3FA3-8D9B-2F55-171ACB24FB0B}"/>
              </a:ext>
            </a:extLst>
          </p:cNvPr>
          <p:cNvSpPr txBox="1"/>
          <p:nvPr/>
        </p:nvSpPr>
        <p:spPr>
          <a:xfrm>
            <a:off x="3466568" y="0"/>
            <a:ext cx="1159933" cy="250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BFF"/>
                </a:solidFill>
              </a:rPr>
              <a:t>dbrasove</a:t>
            </a:r>
            <a:endParaRPr lang="en-CA" b="1" dirty="0">
              <a:solidFill>
                <a:srgbClr val="007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17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9 -3.88889E-6 C 0.25973 0.16737 -0.20277 0.22605 -0.33021 0.22813 C -0.45833 0.22882 -0.96423 0.17431 -0.76736 0.0073 C -0.63125 -0.0618 -0.48472 -0.05555 -0.38194 -0.06354 C -0.22152 -0.05312 -0.14514 -0.04722 -0.00069 -3.88889E-6 Z " pathEditMode="relative" rAng="0" ptsTypes="AAAAA">
                                      <p:cBhvr>
                                        <p:cTn id="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01" y="822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 -0.00139 C -0.03715 0.19896 -0.32917 0.42465 -0.37292 0.38715 C -0.42049 0.38125 -0.37674 0.07083 -0.27257 -0.05208 C -0.19236 -0.21944 0.02604 -0.41076 0.07326 -0.38403 C 0.21944 -0.36007 0.04305 -0.08021 -0.0007 -0.00139 Z " pathEditMode="relative" rAng="7200000" ptsTypes="AAAAA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75" y="27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2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.00069 C -0.13125 -0.05035 -0.2625 -0.16493 -0.35243 -0.32466 C -0.44444 -0.4823 -0.47986 -0.65348 -0.45903 -0.79375 C -0.32847 -0.74098 -0.19757 -0.62605 -0.10625 -0.46702 C -0.01319 -0.30834 0.02153 -0.13681 1.11022E-16 0.00069 Z " pathEditMode="relative" rAng="14400000" ptsTypes="AAAAA">
                                      <p:cBhvr>
                                        <p:cTn id="10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86" y="-396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Alexander Brasoveanu</dc:creator>
  <cp:lastModifiedBy>Daniel Alexander Brasoveanu</cp:lastModifiedBy>
  <cp:revision>23</cp:revision>
  <dcterms:created xsi:type="dcterms:W3CDTF">2025-11-30T00:00:13Z</dcterms:created>
  <dcterms:modified xsi:type="dcterms:W3CDTF">2025-11-30T01:34:46Z</dcterms:modified>
</cp:coreProperties>
</file>